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9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sz="40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 and Social Media Analytics Engine</a:t>
            </a: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 </a:t>
            </a:r>
            <a:r>
              <a:rPr lang="en-US" dirty="0" err="1">
                <a:solidFill>
                  <a:srgbClr val="0070C0"/>
                </a:solidFill>
              </a:rPr>
              <a:t>Charishma</a:t>
            </a:r>
            <a:r>
              <a:rPr lang="en-US" dirty="0">
                <a:solidFill>
                  <a:srgbClr val="0070C0"/>
                </a:solidFill>
              </a:rPr>
              <a:t>: 2520090214.</a:t>
            </a:r>
          </a:p>
          <a:p>
            <a:r>
              <a:rPr lang="en-US" dirty="0">
                <a:solidFill>
                  <a:srgbClr val="0070C0"/>
                </a:solidFill>
              </a:rPr>
              <a:t>Kaveri: 2520090068.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US" dirty="0">
                <a:solidFill>
                  <a:srgbClr val="0070C0"/>
                </a:solidFill>
              </a:rPr>
              <a:t>K </a:t>
            </a:r>
            <a:r>
              <a:rPr lang="en-US" dirty="0" err="1">
                <a:solidFill>
                  <a:srgbClr val="0070C0"/>
                </a:solidFill>
              </a:rPr>
              <a:t>Chandusha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5814F-DB0A-B74D-5947-8E409DADBDE3}"/>
              </a:ext>
            </a:extLst>
          </p:cNvPr>
          <p:cNvSpPr txBox="1"/>
          <p:nvPr/>
        </p:nvSpPr>
        <p:spPr>
          <a:xfrm>
            <a:off x="1284051" y="1491523"/>
            <a:ext cx="10223770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and social media content.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text into Positive, Negative, and Neutral sentiments.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frequently occurring keywords and trending topics.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through an interactive web dashboard.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opinions and popular topics quickly.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33BD6-404B-63FA-E8E6-ED89E58AA959}"/>
              </a:ext>
            </a:extLst>
          </p:cNvPr>
          <p:cNvSpPr txBox="1"/>
          <p:nvPr/>
        </p:nvSpPr>
        <p:spPr>
          <a:xfrm>
            <a:off x="1384571" y="1592439"/>
            <a:ext cx="10505872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social media generate large amounts of textual data.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record takes time.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helps identify opinions in text.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detection finds frequently occurring keywords.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automates these tasks using Java and web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9CA7DC-3F75-61AC-C722-4C812F58935E}"/>
              </a:ext>
            </a:extLst>
          </p:cNvPr>
          <p:cNvSpPr txBox="1"/>
          <p:nvPr/>
        </p:nvSpPr>
        <p:spPr>
          <a:xfrm>
            <a:off x="1478604" y="1574446"/>
            <a:ext cx="10398868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news analytics systems collect and organize news articles.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systems classify text based on opinions.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Text-mining systems identify frequently occurring words.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dashboards present analytical results.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combines sentiment analysis, trend detection, and visualization in one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725E9-A888-EB0D-45DA-B7B75C2AC79E}"/>
              </a:ext>
            </a:extLst>
          </p:cNvPr>
          <p:cNvSpPr txBox="1"/>
          <p:nvPr/>
        </p:nvSpPr>
        <p:spPr>
          <a:xfrm>
            <a:off x="984926" y="1398846"/>
            <a:ext cx="1107494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and social media content is time-consuming.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identify overall sentiment and popular topics from large amounts of text.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A20113-14D4-74D9-14E6-FD4AB4C01AAE}"/>
              </a:ext>
            </a:extLst>
          </p:cNvPr>
          <p:cNvSpPr txBox="1"/>
          <p:nvPr/>
        </p:nvSpPr>
        <p:spPr>
          <a:xfrm>
            <a:off x="984926" y="3099678"/>
            <a:ext cx="11478639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news and social media data from a CSV file.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textual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content as Positive, Negative, or Neutral.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frequently occurring keywords.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sentiment and trend information on a dashboard.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2FB33-1803-5087-D3A6-486F9EC1F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056" y="1206229"/>
            <a:ext cx="8647888" cy="5350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065226-54D3-CA95-B7B7-62373000AA1A}"/>
              </a:ext>
            </a:extLst>
          </p:cNvPr>
          <p:cNvSpPr txBox="1"/>
          <p:nvPr/>
        </p:nvSpPr>
        <p:spPr>
          <a:xfrm>
            <a:off x="1442936" y="1576760"/>
            <a:ext cx="10749064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total number of dataset records.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Positive, Negative, and Neutral sentiment counts.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frequently occurring keywords and trending topics.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news feed with individual records.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category-wise and source-wise analytics.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the results through a user-friendly dashboard.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13EC5-1CCF-E977-D153-95178792AFC7}"/>
              </a:ext>
            </a:extLst>
          </p:cNvPr>
          <p:cNvSpPr txBox="1"/>
          <p:nvPr/>
        </p:nvSpPr>
        <p:spPr>
          <a:xfrm>
            <a:off x="1232313" y="1618386"/>
            <a:ext cx="8443607" cy="257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4 GB RAM recommended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and mouse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browser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D20B73-AD89-4F72-D859-F15BD07399EC}"/>
              </a:ext>
            </a:extLst>
          </p:cNvPr>
          <p:cNvSpPr txBox="1"/>
          <p:nvPr/>
        </p:nvSpPr>
        <p:spPr>
          <a:xfrm>
            <a:off x="6096000" y="1618386"/>
            <a:ext cx="6099242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 (JDK)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dataset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or another web browser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D0183-0271-1B8F-D811-42B1F539718A}"/>
              </a:ext>
            </a:extLst>
          </p:cNvPr>
          <p:cNvSpPr txBox="1"/>
          <p:nvPr/>
        </p:nvSpPr>
        <p:spPr>
          <a:xfrm>
            <a:off x="1352146" y="1592439"/>
            <a:ext cx="10564237" cy="367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news and social media analytics web application.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text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Java.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 using a rule-based approach.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frequently occurring keywords.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analytical results through a web interface.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7EDD8-FD88-C8A7-606D-2B7DCCA62F5D}"/>
              </a:ext>
            </a:extLst>
          </p:cNvPr>
          <p:cNvSpPr txBox="1"/>
          <p:nvPr/>
        </p:nvSpPr>
        <p:spPr>
          <a:xfrm>
            <a:off x="1238656" y="1419290"/>
            <a:ext cx="10953344" cy="4411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live news and social media APIs.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models for improved sentiment classification.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languages.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date-wise trend analysis.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interactive charts and downloadable reports.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 larger and more diverse datasets.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448</Words>
  <Application>Microsoft Macintosh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      Data Structures and Algorithms -3 (25CS2103E)  News and Social Media Analytics Engine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puchakayala tanish</cp:lastModifiedBy>
  <cp:revision>21</cp:revision>
  <dcterms:created xsi:type="dcterms:W3CDTF">2024-08-29T05:25:00Z</dcterms:created>
  <dcterms:modified xsi:type="dcterms:W3CDTF">2026-10-12T04:57:40Z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